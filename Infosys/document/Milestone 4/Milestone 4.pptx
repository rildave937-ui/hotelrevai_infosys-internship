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100" d="100"/>
          <a:sy n="100" d="100"/>
        </p:scale>
        <p:origin x="-336" y="-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thiga C" userId="2f67df5ce42b0753" providerId="LiveId" clId="{D77DAD3D-0E4C-4519-9899-88EA06C16B6A}"/>
    <pc:docChg chg="custSel modSld">
      <pc:chgData name="Rethiga C" userId="2f67df5ce42b0753" providerId="LiveId" clId="{D77DAD3D-0E4C-4519-9899-88EA06C16B6A}" dt="2026-03-07T14:19:20.970" v="49" actId="120"/>
      <pc:docMkLst>
        <pc:docMk/>
      </pc:docMkLst>
      <pc:sldChg chg="modSp mod">
        <pc:chgData name="Rethiga C" userId="2f67df5ce42b0753" providerId="LiveId" clId="{D77DAD3D-0E4C-4519-9899-88EA06C16B6A}" dt="2026-03-07T14:19:20.970" v="49" actId="120"/>
        <pc:sldMkLst>
          <pc:docMk/>
          <pc:sldMk cId="2930748292" sldId="256"/>
        </pc:sldMkLst>
        <pc:spChg chg="mod">
          <ac:chgData name="Rethiga C" userId="2f67df5ce42b0753" providerId="LiveId" clId="{D77DAD3D-0E4C-4519-9899-88EA06C16B6A}" dt="2026-03-07T14:19:20.970" v="49" actId="120"/>
          <ac:spMkLst>
            <pc:docMk/>
            <pc:sldMk cId="2930748292" sldId="256"/>
            <ac:spMk id="2" creationId="{5DE95FEC-036F-E252-AAF7-9EA28FA73C18}"/>
          </ac:spMkLst>
        </pc:spChg>
        <pc:spChg chg="mod">
          <ac:chgData name="Rethiga C" userId="2f67df5ce42b0753" providerId="LiveId" clId="{D77DAD3D-0E4C-4519-9899-88EA06C16B6A}" dt="2026-03-07T14:19:10.043" v="46" actId="255"/>
          <ac:spMkLst>
            <pc:docMk/>
            <pc:sldMk cId="2930748292" sldId="256"/>
            <ac:spMk id="3" creationId="{18674B81-036A-E1EB-C755-FAAA225FBF1B}"/>
          </ac:spMkLst>
        </pc:spChg>
      </pc:sldChg>
      <pc:sldChg chg="modSp mod">
        <pc:chgData name="Rethiga C" userId="2f67df5ce42b0753" providerId="LiveId" clId="{D77DAD3D-0E4C-4519-9899-88EA06C16B6A}" dt="2026-03-07T14:14:11.290" v="2" actId="2711"/>
        <pc:sldMkLst>
          <pc:docMk/>
          <pc:sldMk cId="3278240431" sldId="257"/>
        </pc:sldMkLst>
        <pc:spChg chg="mod">
          <ac:chgData name="Rethiga C" userId="2f67df5ce42b0753" providerId="LiveId" clId="{D77DAD3D-0E4C-4519-9899-88EA06C16B6A}" dt="2026-03-07T14:14:11.290" v="2" actId="2711"/>
          <ac:spMkLst>
            <pc:docMk/>
            <pc:sldMk cId="3278240431" sldId="257"/>
            <ac:spMk id="2" creationId="{9FA27591-FF8A-B59D-7FF2-882F2B856323}"/>
          </ac:spMkLst>
        </pc:spChg>
        <pc:spChg chg="mod">
          <ac:chgData name="Rethiga C" userId="2f67df5ce42b0753" providerId="LiveId" clId="{D77DAD3D-0E4C-4519-9899-88EA06C16B6A}" dt="2026-03-07T14:14:11.290" v="2" actId="2711"/>
          <ac:spMkLst>
            <pc:docMk/>
            <pc:sldMk cId="3278240431" sldId="257"/>
            <ac:spMk id="3" creationId="{131C6A75-FCB3-B3B4-2850-7DACB0A48862}"/>
          </ac:spMkLst>
        </pc:spChg>
      </pc:sldChg>
      <pc:sldChg chg="modSp mod">
        <pc:chgData name="Rethiga C" userId="2f67df5ce42b0753" providerId="LiveId" clId="{D77DAD3D-0E4C-4519-9899-88EA06C16B6A}" dt="2026-03-07T14:14:17.112" v="3" actId="2711"/>
        <pc:sldMkLst>
          <pc:docMk/>
          <pc:sldMk cId="1953700325" sldId="258"/>
        </pc:sldMkLst>
        <pc:spChg chg="mod">
          <ac:chgData name="Rethiga C" userId="2f67df5ce42b0753" providerId="LiveId" clId="{D77DAD3D-0E4C-4519-9899-88EA06C16B6A}" dt="2026-03-07T14:14:17.112" v="3" actId="2711"/>
          <ac:spMkLst>
            <pc:docMk/>
            <pc:sldMk cId="1953700325" sldId="258"/>
            <ac:spMk id="2" creationId="{6350D379-645A-3BC8-95F9-5690B34FD1AE}"/>
          </ac:spMkLst>
        </pc:spChg>
        <pc:spChg chg="mod">
          <ac:chgData name="Rethiga C" userId="2f67df5ce42b0753" providerId="LiveId" clId="{D77DAD3D-0E4C-4519-9899-88EA06C16B6A}" dt="2026-03-07T14:14:17.112" v="3" actId="2711"/>
          <ac:spMkLst>
            <pc:docMk/>
            <pc:sldMk cId="1953700325" sldId="258"/>
            <ac:spMk id="3" creationId="{6F29A1F9-2F23-E3BC-3284-E5E7E69D1D2D}"/>
          </ac:spMkLst>
        </pc:spChg>
      </pc:sldChg>
      <pc:sldChg chg="modSp mod">
        <pc:chgData name="Rethiga C" userId="2f67df5ce42b0753" providerId="LiveId" clId="{D77DAD3D-0E4C-4519-9899-88EA06C16B6A}" dt="2026-03-07T14:14:23.076" v="4" actId="2711"/>
        <pc:sldMkLst>
          <pc:docMk/>
          <pc:sldMk cId="3867408825" sldId="259"/>
        </pc:sldMkLst>
        <pc:spChg chg="mod">
          <ac:chgData name="Rethiga C" userId="2f67df5ce42b0753" providerId="LiveId" clId="{D77DAD3D-0E4C-4519-9899-88EA06C16B6A}" dt="2026-03-07T14:14:23.076" v="4" actId="2711"/>
          <ac:spMkLst>
            <pc:docMk/>
            <pc:sldMk cId="3867408825" sldId="259"/>
            <ac:spMk id="2" creationId="{373FAAF1-EB23-C7BB-6C70-D7D558D2A902}"/>
          </ac:spMkLst>
        </pc:spChg>
        <pc:spChg chg="mod">
          <ac:chgData name="Rethiga C" userId="2f67df5ce42b0753" providerId="LiveId" clId="{D77DAD3D-0E4C-4519-9899-88EA06C16B6A}" dt="2026-03-07T14:14:23.076" v="4" actId="2711"/>
          <ac:spMkLst>
            <pc:docMk/>
            <pc:sldMk cId="3867408825" sldId="259"/>
            <ac:spMk id="3" creationId="{EF193293-A322-AB2B-EC43-89CDBF4DE2AD}"/>
          </ac:spMkLst>
        </pc:spChg>
      </pc:sldChg>
      <pc:sldChg chg="modSp mod">
        <pc:chgData name="Rethiga C" userId="2f67df5ce42b0753" providerId="LiveId" clId="{D77DAD3D-0E4C-4519-9899-88EA06C16B6A}" dt="2026-03-07T14:14:41.920" v="7" actId="2711"/>
        <pc:sldMkLst>
          <pc:docMk/>
          <pc:sldMk cId="1900853531" sldId="260"/>
        </pc:sldMkLst>
        <pc:spChg chg="mod">
          <ac:chgData name="Rethiga C" userId="2f67df5ce42b0753" providerId="LiveId" clId="{D77DAD3D-0E4C-4519-9899-88EA06C16B6A}" dt="2026-03-07T14:14:37.087" v="6" actId="2711"/>
          <ac:spMkLst>
            <pc:docMk/>
            <pc:sldMk cId="1900853531" sldId="260"/>
            <ac:spMk id="2" creationId="{01900E4A-FD42-D720-1F32-BBCDBF05E133}"/>
          </ac:spMkLst>
        </pc:spChg>
        <pc:spChg chg="mod">
          <ac:chgData name="Rethiga C" userId="2f67df5ce42b0753" providerId="LiveId" clId="{D77DAD3D-0E4C-4519-9899-88EA06C16B6A}" dt="2026-03-07T14:14:41.920" v="7" actId="2711"/>
          <ac:spMkLst>
            <pc:docMk/>
            <pc:sldMk cId="1900853531" sldId="260"/>
            <ac:spMk id="3" creationId="{A5D37617-2DC7-16C9-1408-FCE57AA86729}"/>
          </ac:spMkLst>
        </pc:spChg>
      </pc:sldChg>
      <pc:sldChg chg="modSp mod">
        <pc:chgData name="Rethiga C" userId="2f67df5ce42b0753" providerId="LiveId" clId="{D77DAD3D-0E4C-4519-9899-88EA06C16B6A}" dt="2026-03-07T14:14:51.131" v="8" actId="2711"/>
        <pc:sldMkLst>
          <pc:docMk/>
          <pc:sldMk cId="754917650" sldId="261"/>
        </pc:sldMkLst>
        <pc:spChg chg="mod">
          <ac:chgData name="Rethiga C" userId="2f67df5ce42b0753" providerId="LiveId" clId="{D77DAD3D-0E4C-4519-9899-88EA06C16B6A}" dt="2026-03-07T14:14:51.131" v="8" actId="2711"/>
          <ac:spMkLst>
            <pc:docMk/>
            <pc:sldMk cId="754917650" sldId="261"/>
            <ac:spMk id="2" creationId="{0D950B86-EDA0-5B85-7453-04D1217BB9E5}"/>
          </ac:spMkLst>
        </pc:spChg>
        <pc:spChg chg="mod">
          <ac:chgData name="Rethiga C" userId="2f67df5ce42b0753" providerId="LiveId" clId="{D77DAD3D-0E4C-4519-9899-88EA06C16B6A}" dt="2026-03-07T14:14:51.131" v="8" actId="2711"/>
          <ac:spMkLst>
            <pc:docMk/>
            <pc:sldMk cId="754917650" sldId="261"/>
            <ac:spMk id="3" creationId="{3F3A61F0-C861-0351-D215-05467EDCBB32}"/>
          </ac:spMkLst>
        </pc:spChg>
      </pc:sldChg>
      <pc:sldChg chg="modSp mod">
        <pc:chgData name="Rethiga C" userId="2f67df5ce42b0753" providerId="LiveId" clId="{D77DAD3D-0E4C-4519-9899-88EA06C16B6A}" dt="2026-03-07T14:14:58.642" v="9" actId="2711"/>
        <pc:sldMkLst>
          <pc:docMk/>
          <pc:sldMk cId="3926433320" sldId="262"/>
        </pc:sldMkLst>
        <pc:spChg chg="mod">
          <ac:chgData name="Rethiga C" userId="2f67df5ce42b0753" providerId="LiveId" clId="{D77DAD3D-0E4C-4519-9899-88EA06C16B6A}" dt="2026-03-07T14:14:58.642" v="9" actId="2711"/>
          <ac:spMkLst>
            <pc:docMk/>
            <pc:sldMk cId="3926433320" sldId="262"/>
            <ac:spMk id="2" creationId="{FC717CFE-C167-FC51-B200-CD35C1850CC9}"/>
          </ac:spMkLst>
        </pc:spChg>
        <pc:spChg chg="mod">
          <ac:chgData name="Rethiga C" userId="2f67df5ce42b0753" providerId="LiveId" clId="{D77DAD3D-0E4C-4519-9899-88EA06C16B6A}" dt="2026-03-07T14:14:58.642" v="9" actId="2711"/>
          <ac:spMkLst>
            <pc:docMk/>
            <pc:sldMk cId="3926433320" sldId="262"/>
            <ac:spMk id="3" creationId="{FE1F675F-774C-26CA-E28C-69C614905538}"/>
          </ac:spMkLst>
        </pc:spChg>
      </pc:sldChg>
      <pc:sldChg chg="modSp mod">
        <pc:chgData name="Rethiga C" userId="2f67df5ce42b0753" providerId="LiveId" clId="{D77DAD3D-0E4C-4519-9899-88EA06C16B6A}" dt="2026-03-07T14:15:05.485" v="11" actId="27636"/>
        <pc:sldMkLst>
          <pc:docMk/>
          <pc:sldMk cId="314932544" sldId="263"/>
        </pc:sldMkLst>
        <pc:spChg chg="mod">
          <ac:chgData name="Rethiga C" userId="2f67df5ce42b0753" providerId="LiveId" clId="{D77DAD3D-0E4C-4519-9899-88EA06C16B6A}" dt="2026-03-07T14:15:05.415" v="10" actId="2711"/>
          <ac:spMkLst>
            <pc:docMk/>
            <pc:sldMk cId="314932544" sldId="263"/>
            <ac:spMk id="2" creationId="{3CBEF43D-C774-F9A3-901B-7C30EFD0A15E}"/>
          </ac:spMkLst>
        </pc:spChg>
        <pc:spChg chg="mod">
          <ac:chgData name="Rethiga C" userId="2f67df5ce42b0753" providerId="LiveId" clId="{D77DAD3D-0E4C-4519-9899-88EA06C16B6A}" dt="2026-03-07T14:15:05.485" v="11" actId="27636"/>
          <ac:spMkLst>
            <pc:docMk/>
            <pc:sldMk cId="314932544" sldId="263"/>
            <ac:spMk id="3" creationId="{2E18721F-46A4-E90C-BA9F-0546834002B4}"/>
          </ac:spMkLst>
        </pc:spChg>
      </pc:sldChg>
      <pc:sldChg chg="modSp mod">
        <pc:chgData name="Rethiga C" userId="2f67df5ce42b0753" providerId="LiveId" clId="{D77DAD3D-0E4C-4519-9899-88EA06C16B6A}" dt="2026-03-07T14:15:12.401" v="12" actId="2711"/>
        <pc:sldMkLst>
          <pc:docMk/>
          <pc:sldMk cId="3609607021" sldId="264"/>
        </pc:sldMkLst>
        <pc:spChg chg="mod">
          <ac:chgData name="Rethiga C" userId="2f67df5ce42b0753" providerId="LiveId" clId="{D77DAD3D-0E4C-4519-9899-88EA06C16B6A}" dt="2026-03-07T14:15:12.401" v="12" actId="2711"/>
          <ac:spMkLst>
            <pc:docMk/>
            <pc:sldMk cId="3609607021" sldId="264"/>
            <ac:spMk id="2" creationId="{DB67D6BC-BA8B-CD3E-F907-14A6628DBADF}"/>
          </ac:spMkLst>
        </pc:spChg>
        <pc:spChg chg="mod">
          <ac:chgData name="Rethiga C" userId="2f67df5ce42b0753" providerId="LiveId" clId="{D77DAD3D-0E4C-4519-9899-88EA06C16B6A}" dt="2026-03-07T14:15:12.401" v="12" actId="2711"/>
          <ac:spMkLst>
            <pc:docMk/>
            <pc:sldMk cId="3609607021" sldId="264"/>
            <ac:spMk id="3" creationId="{45CDE5C8-7C4C-88DC-23D1-14C3215B17D8}"/>
          </ac:spMkLst>
        </pc:spChg>
      </pc:sldChg>
      <pc:sldChg chg="addSp modSp mod">
        <pc:chgData name="Rethiga C" userId="2f67df5ce42b0753" providerId="LiveId" clId="{D77DAD3D-0E4C-4519-9899-88EA06C16B6A}" dt="2026-03-07T14:16:13.548" v="28" actId="1076"/>
        <pc:sldMkLst>
          <pc:docMk/>
          <pc:sldMk cId="3389263264" sldId="265"/>
        </pc:sldMkLst>
        <pc:spChg chg="mod">
          <ac:chgData name="Rethiga C" userId="2f67df5ce42b0753" providerId="LiveId" clId="{D77DAD3D-0E4C-4519-9899-88EA06C16B6A}" dt="2026-03-07T14:15:31.131" v="15" actId="2711"/>
          <ac:spMkLst>
            <pc:docMk/>
            <pc:sldMk cId="3389263264" sldId="265"/>
            <ac:spMk id="2" creationId="{20A0C697-00AA-56C7-1C52-F760D3A79A23}"/>
          </ac:spMkLst>
        </pc:spChg>
        <pc:spChg chg="mod">
          <ac:chgData name="Rethiga C" userId="2f67df5ce42b0753" providerId="LiveId" clId="{D77DAD3D-0E4C-4519-9899-88EA06C16B6A}" dt="2026-03-07T14:16:11.421" v="27" actId="27636"/>
          <ac:spMkLst>
            <pc:docMk/>
            <pc:sldMk cId="3389263264" sldId="265"/>
            <ac:spMk id="3" creationId="{2072A0A0-BF3A-C8DF-DF7F-1C7F30AC48D4}"/>
          </ac:spMkLst>
        </pc:spChg>
        <pc:picChg chg="add mod">
          <ac:chgData name="Rethiga C" userId="2f67df5ce42b0753" providerId="LiveId" clId="{D77DAD3D-0E4C-4519-9899-88EA06C16B6A}" dt="2026-03-07T14:16:13.548" v="28" actId="1076"/>
          <ac:picMkLst>
            <pc:docMk/>
            <pc:sldMk cId="3389263264" sldId="265"/>
            <ac:picMk id="5" creationId="{7D93BBE8-2A3A-A1AA-F8C6-F9B3DF0B639E}"/>
          </ac:picMkLst>
        </pc:picChg>
      </pc:sldChg>
      <pc:sldChg chg="addSp modSp mod">
        <pc:chgData name="Rethiga C" userId="2f67df5ce42b0753" providerId="LiveId" clId="{D77DAD3D-0E4C-4519-9899-88EA06C16B6A}" dt="2026-03-07T14:17:30.457" v="33" actId="1076"/>
        <pc:sldMkLst>
          <pc:docMk/>
          <pc:sldMk cId="1714498442" sldId="266"/>
        </pc:sldMkLst>
        <pc:spChg chg="mod">
          <ac:chgData name="Rethiga C" userId="2f67df5ce42b0753" providerId="LiveId" clId="{D77DAD3D-0E4C-4519-9899-88EA06C16B6A}" dt="2026-03-07T14:15:17.735" v="13" actId="2711"/>
          <ac:spMkLst>
            <pc:docMk/>
            <pc:sldMk cId="1714498442" sldId="266"/>
            <ac:spMk id="2" creationId="{61BC7FD4-F4CE-0BC4-FA86-98BA1BAEAE66}"/>
          </ac:spMkLst>
        </pc:spChg>
        <pc:spChg chg="mod">
          <ac:chgData name="Rethiga C" userId="2f67df5ce42b0753" providerId="LiveId" clId="{D77DAD3D-0E4C-4519-9899-88EA06C16B6A}" dt="2026-03-07T14:15:17.735" v="13" actId="2711"/>
          <ac:spMkLst>
            <pc:docMk/>
            <pc:sldMk cId="1714498442" sldId="266"/>
            <ac:spMk id="3" creationId="{8D647D59-0105-E073-0366-7080D4D65A9C}"/>
          </ac:spMkLst>
        </pc:spChg>
        <pc:picChg chg="add mod">
          <ac:chgData name="Rethiga C" userId="2f67df5ce42b0753" providerId="LiveId" clId="{D77DAD3D-0E4C-4519-9899-88EA06C16B6A}" dt="2026-03-07T14:17:30.457" v="33" actId="1076"/>
          <ac:picMkLst>
            <pc:docMk/>
            <pc:sldMk cId="1714498442" sldId="266"/>
            <ac:picMk id="5" creationId="{B9B44815-089A-129E-2DA7-F7A4CD14E593}"/>
          </ac:picMkLst>
        </pc:picChg>
      </pc:sldChg>
      <pc:sldChg chg="addSp modSp mod">
        <pc:chgData name="Rethiga C" userId="2f67df5ce42b0753" providerId="LiveId" clId="{D77DAD3D-0E4C-4519-9899-88EA06C16B6A}" dt="2026-03-07T14:17:55.603" v="37" actId="1076"/>
        <pc:sldMkLst>
          <pc:docMk/>
          <pc:sldMk cId="319893174" sldId="267"/>
        </pc:sldMkLst>
        <pc:spChg chg="mod">
          <ac:chgData name="Rethiga C" userId="2f67df5ce42b0753" providerId="LiveId" clId="{D77DAD3D-0E4C-4519-9899-88EA06C16B6A}" dt="2026-03-07T14:15:24.038" v="14" actId="2711"/>
          <ac:spMkLst>
            <pc:docMk/>
            <pc:sldMk cId="319893174" sldId="267"/>
            <ac:spMk id="2" creationId="{BA1D3098-AF34-DB9A-A2FB-B4859321377C}"/>
          </ac:spMkLst>
        </pc:spChg>
        <pc:spChg chg="mod">
          <ac:chgData name="Rethiga C" userId="2f67df5ce42b0753" providerId="LiveId" clId="{D77DAD3D-0E4C-4519-9899-88EA06C16B6A}" dt="2026-03-07T14:15:24.038" v="14" actId="2711"/>
          <ac:spMkLst>
            <pc:docMk/>
            <pc:sldMk cId="319893174" sldId="267"/>
            <ac:spMk id="3" creationId="{3AFAD1A4-4374-C0E2-9D53-94CA11DAB060}"/>
          </ac:spMkLst>
        </pc:spChg>
        <pc:picChg chg="add mod">
          <ac:chgData name="Rethiga C" userId="2f67df5ce42b0753" providerId="LiveId" clId="{D77DAD3D-0E4C-4519-9899-88EA06C16B6A}" dt="2026-03-07T14:17:55.603" v="37" actId="1076"/>
          <ac:picMkLst>
            <pc:docMk/>
            <pc:sldMk cId="319893174" sldId="267"/>
            <ac:picMk id="5" creationId="{C44611C5-D339-0D5C-85A6-044462CF80D5}"/>
          </ac:picMkLst>
        </pc:picChg>
      </pc:sldChg>
      <pc:sldChg chg="addSp modSp mod">
        <pc:chgData name="Rethiga C" userId="2f67df5ce42b0753" providerId="LiveId" clId="{D77DAD3D-0E4C-4519-9899-88EA06C16B6A}" dt="2026-03-07T14:18:32.697" v="40" actId="2711"/>
        <pc:sldMkLst>
          <pc:docMk/>
          <pc:sldMk cId="3042190142" sldId="268"/>
        </pc:sldMkLst>
        <pc:spChg chg="mod">
          <ac:chgData name="Rethiga C" userId="2f67df5ce42b0753" providerId="LiveId" clId="{D77DAD3D-0E4C-4519-9899-88EA06C16B6A}" dt="2026-03-07T14:18:32.697" v="40" actId="2711"/>
          <ac:spMkLst>
            <pc:docMk/>
            <pc:sldMk cId="3042190142" sldId="268"/>
            <ac:spMk id="2" creationId="{6C52C8BA-CE28-C6C2-BE82-8FB9CFF10E6D}"/>
          </ac:spMkLst>
        </pc:spChg>
        <pc:spChg chg="mod">
          <ac:chgData name="Rethiga C" userId="2f67df5ce42b0753" providerId="LiveId" clId="{D77DAD3D-0E4C-4519-9899-88EA06C16B6A}" dt="2026-03-07T14:18:32.697" v="40" actId="2711"/>
          <ac:spMkLst>
            <pc:docMk/>
            <pc:sldMk cId="3042190142" sldId="268"/>
            <ac:spMk id="3" creationId="{10F49E6B-A736-4CEB-3BBB-15922A493BC6}"/>
          </ac:spMkLst>
        </pc:spChg>
        <pc:picChg chg="add mod">
          <ac:chgData name="Rethiga C" userId="2f67df5ce42b0753" providerId="LiveId" clId="{D77DAD3D-0E4C-4519-9899-88EA06C16B6A}" dt="2026-03-07T14:18:20.952" v="39" actId="1076"/>
          <ac:picMkLst>
            <pc:docMk/>
            <pc:sldMk cId="3042190142" sldId="268"/>
            <ac:picMk id="5" creationId="{57392BA6-31BA-81EA-E89D-52084117933B}"/>
          </ac:picMkLst>
        </pc:picChg>
      </pc:sldChg>
      <pc:sldChg chg="modSp mod">
        <pc:chgData name="Rethiga C" userId="2f67df5ce42b0753" providerId="LiveId" clId="{D77DAD3D-0E4C-4519-9899-88EA06C16B6A}" dt="2026-03-07T14:18:37.858" v="41" actId="2711"/>
        <pc:sldMkLst>
          <pc:docMk/>
          <pc:sldMk cId="226061216" sldId="269"/>
        </pc:sldMkLst>
        <pc:spChg chg="mod">
          <ac:chgData name="Rethiga C" userId="2f67df5ce42b0753" providerId="LiveId" clId="{D77DAD3D-0E4C-4519-9899-88EA06C16B6A}" dt="2026-03-07T14:18:37.858" v="41" actId="2711"/>
          <ac:spMkLst>
            <pc:docMk/>
            <pc:sldMk cId="226061216" sldId="269"/>
            <ac:spMk id="2" creationId="{89785FCE-097C-D56A-1A72-6A6A5FA477FC}"/>
          </ac:spMkLst>
        </pc:spChg>
        <pc:spChg chg="mod">
          <ac:chgData name="Rethiga C" userId="2f67df5ce42b0753" providerId="LiveId" clId="{D77DAD3D-0E4C-4519-9899-88EA06C16B6A}" dt="2026-03-07T14:18:37.858" v="41" actId="2711"/>
          <ac:spMkLst>
            <pc:docMk/>
            <pc:sldMk cId="226061216" sldId="269"/>
            <ac:spMk id="3" creationId="{307070F9-A6D3-369B-4EB2-635DBB96B751}"/>
          </ac:spMkLst>
        </pc:spChg>
      </pc:sldChg>
      <pc:sldChg chg="modSp mod">
        <pc:chgData name="Rethiga C" userId="2f67df5ce42b0753" providerId="LiveId" clId="{D77DAD3D-0E4C-4519-9899-88EA06C16B6A}" dt="2026-03-07T14:18:44.871" v="42" actId="2711"/>
        <pc:sldMkLst>
          <pc:docMk/>
          <pc:sldMk cId="526500061" sldId="270"/>
        </pc:sldMkLst>
        <pc:spChg chg="mod">
          <ac:chgData name="Rethiga C" userId="2f67df5ce42b0753" providerId="LiveId" clId="{D77DAD3D-0E4C-4519-9899-88EA06C16B6A}" dt="2026-03-07T14:18:44.871" v="42" actId="2711"/>
          <ac:spMkLst>
            <pc:docMk/>
            <pc:sldMk cId="526500061" sldId="270"/>
            <ac:spMk id="2" creationId="{7A3C5A29-E1E6-4631-1723-01C7AE654C59}"/>
          </ac:spMkLst>
        </pc:spChg>
        <pc:spChg chg="mod">
          <ac:chgData name="Rethiga C" userId="2f67df5ce42b0753" providerId="LiveId" clId="{D77DAD3D-0E4C-4519-9899-88EA06C16B6A}" dt="2026-03-07T14:18:44.871" v="42" actId="2711"/>
          <ac:spMkLst>
            <pc:docMk/>
            <pc:sldMk cId="526500061" sldId="270"/>
            <ac:spMk id="3" creationId="{62957FA6-BDE7-4236-B5ED-1229672A34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AAB6-5D0F-466C-94E7-4DF8B840D94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1C6528E-C9F8-439E-8F9A-62D28F37347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62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AAB6-5D0F-466C-94E7-4DF8B840D94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528E-C9F8-439E-8F9A-62D28F373475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060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AAB6-5D0F-466C-94E7-4DF8B840D94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528E-C9F8-439E-8F9A-62D28F37347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51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AAB6-5D0F-466C-94E7-4DF8B840D94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528E-C9F8-439E-8F9A-62D28F373475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424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AAB6-5D0F-466C-94E7-4DF8B840D94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528E-C9F8-439E-8F9A-62D28F373475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777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AAB6-5D0F-466C-94E7-4DF8B840D94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528E-C9F8-439E-8F9A-62D28F373475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75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AAB6-5D0F-466C-94E7-4DF8B840D94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528E-C9F8-439E-8F9A-62D28F373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81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AAB6-5D0F-466C-94E7-4DF8B840D94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528E-C9F8-439E-8F9A-62D28F373475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57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934AAB6-5D0F-466C-94E7-4DF8B840D94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528E-C9F8-439E-8F9A-62D28F373475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46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AAB6-5D0F-466C-94E7-4DF8B840D94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528E-C9F8-439E-8F9A-62D28F373475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106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AAB6-5D0F-466C-94E7-4DF8B840D94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528E-C9F8-439E-8F9A-62D28F37347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01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4AAB6-5D0F-466C-94E7-4DF8B840D94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1C6528E-C9F8-439E-8F9A-62D28F37347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82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5FEC-036F-E252-AAF7-9EA28FA73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4744" y="1632858"/>
            <a:ext cx="9526554" cy="1879684"/>
          </a:xfrm>
        </p:spPr>
        <p:txBody>
          <a:bodyPr>
            <a:normAutofit/>
          </a:bodyPr>
          <a:lstStyle/>
          <a:p>
            <a:pPr algn="just"/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Revenue </a:t>
            </a:r>
            <a:r>
              <a:rPr lang="en-IN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IN" sz="5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74B81-036A-E1EB-C755-FAAA225FB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12542"/>
            <a:ext cx="10036348" cy="2617669"/>
          </a:xfrm>
        </p:spPr>
        <p:txBody>
          <a:bodyPr>
            <a:no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sz="10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10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	  </a:t>
            </a:r>
            <a:r>
              <a:rPr lang="en-I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Bokare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Rinisha Shajitha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Rinal Dave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Mihira Sri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Aditi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Sahu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Alekhya</a:t>
            </a:r>
            <a:r>
              <a:rPr lang="en-I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Rethiga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748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7591-FF8A-B59D-7FF2-882F2B856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15616"/>
            <a:ext cx="9603275" cy="53813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C6A75-FCB3-B3B4-2850-7DACB0A48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hospitality industry generates large amounts of data from reservations, customer interactions, and pricing strategies. However, converting this data into meaningful insights requires effective analytical tools.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helps hotels understand booking trends, customer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revenue patterns, and operational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hotel booking data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business intelligence tool that enables interactive dashboards and data visualization.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transforming raw data into dashboards, the project aims to help hotel management make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24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D379-645A-3BC8-95F9-5690B34FD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06286"/>
            <a:ext cx="9603275" cy="54746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9A1F9-2F23-E3BC-3284-E5E7E69D1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 often collect large amounts of booking data but face difficulties in extracting meaningful insights from it.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analysis: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Revenue performance cannot be tracked effectively.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Customer booking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unclear.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Pricing strategies may not be optimized.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Operational patterns are difficult to analyze.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to develop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system that converts raw hotel booking data into actionable insights.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70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FAAF1-EB23-C7BB-6C70-D7D558D2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93293-A322-AB2B-EC43-89CDBF4DE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objectives of this project are: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hotel booking data using business intelligence techniques.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patterns in customer booking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revenue performance and pricing strategies.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operational trends within hotel management.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interactive dashboards using Power BI that support decision-making.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40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0E4A-FD42-D720-1F32-BBCDBF05E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222310"/>
            <a:ext cx="9790405" cy="91490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7617-2DC7-16C9-1408-FCE57AA86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0" y="2061452"/>
            <a:ext cx="11494008" cy="4951996"/>
          </a:xfrm>
        </p:spPr>
        <p:txBody>
          <a:bodyPr>
            <a:no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this project contains hotel booking information from multiple years.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various attributes that describe customer reservations, hotel characteristics, and pricing details.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key attributes in the dataset include: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Arrival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Date,Hotel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Type,Market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Segment,Distribution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Channel, Customer Country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Average Daily Rate (ADR)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Stay Duration (Weekend and Weekday Nights)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Booking Status (Cancelled / Not Cancelled)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Type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attributes allow comprehensive analysis of customer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revenue patterns.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85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0B86-EDA0-5B85-7453-04D1217BB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31641"/>
            <a:ext cx="9603275" cy="62211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A61F0-C861-0351-D215-05467EDCB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building the dashboards, the dataset underwent several preprocessing steps to ensure accuracy.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preprocessing steps included: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Data cleaning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Handling missing values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Removing duplicate entries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Data transformation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Creating calculated measures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steps ensured that the dataset was reliable for further analysis and visualization.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91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17CFE-C167-FC51-B200-CD35C185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2980"/>
            <a:ext cx="9603275" cy="64077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F675F-774C-26CA-E28C-69C614905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 is an important step in building analytical dashboards.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the data was structured to support efficient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organized into: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 central table containing booking transactions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Supporting dimensions such as hotel type, market segment, and booking channels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structured data model allowed Power BI to generate fast queries and accurate insights.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43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F43D-C774-F9A3-901B-7C30EFD0A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78294"/>
            <a:ext cx="9603275" cy="57546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8721F-46A4-E90C-BA9F-054683400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tools and technologies were used in this project: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building interactive dashboards and data visualization.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initial data handling and preprocessing.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Techniques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to transform raw data into meaningful insights.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tools helped convert complex booking data into easy-to-understand visual analytics.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3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7D6BC-BA8B-CD3E-F907-14A6628D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31641"/>
            <a:ext cx="9603275" cy="62211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DE5C8-7C4C-88DC-23D1-14C3215B1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dataset effectively, four dashboards were created: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Overview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&amp; Pricing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Insights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dashboard focuses on a different aspect of hotel performance, providing a comprehensive analysis.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60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C697-00AA-56C7-1C52-F760D3A7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0302"/>
            <a:ext cx="9603275" cy="60345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1: Executive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2A0A0-BF3A-C8DF-DF7F-1C7F30AC4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669" y="1922426"/>
            <a:ext cx="9603275" cy="4037749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Executive Overview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provides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summary of hotel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displayed include: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Total Revenue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Total Bookings , Average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Rate (ADR),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Occupancy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Rate,  Average Length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included in this dashboard: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Revenue Trend (Monthly)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Booking Trend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Revenue by Hotel Type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Revenue by Market Segment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helps management quickly understand overall hotel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849" y="1922425"/>
            <a:ext cx="5959151" cy="421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6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7FD4-F4CE-0BC4-FA86-98BA1BAEA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40971"/>
            <a:ext cx="9603275" cy="61278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2: Booking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47D59-0105-E073-0366-7080D4D65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669" y="1931757"/>
            <a:ext cx="9603275" cy="411448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focuses on understanding customer booking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included: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Lead Time Distribution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Booking by Customer Type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Booking Distribution by Channel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Cancellation Rate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Repeat vs New Guests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 hotels understand how customers make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reservations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identify opportunities to improve customer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176" y="1931757"/>
            <a:ext cx="5798824" cy="419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9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D3098-AF34-DB9A-A2FB-B4859321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9633"/>
            <a:ext cx="9603275" cy="59412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3: Revenue &amp; Pricing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AD1A4-4374-C0E2-9D53-94CA11DAB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999" y="1978409"/>
            <a:ext cx="9603275" cy="414247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&amp; Pricing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focuses on analyzing hotel pricing strategies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visualizations include: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ADR Trend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Revenue by Room Type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Revenue by Season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Revenue vs ADR (Scatter Plot)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Revenue per Booking KPI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helps evaluate pricing effectiveness and identify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opportunities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revenue optimization.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015" y="1853755"/>
            <a:ext cx="5389985" cy="426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2C8BA-CE28-C6C2-BE82-8FB9CFF1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0302"/>
            <a:ext cx="9603275" cy="60345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4: Operational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9E6B-A736-4CEB-3BBB-15922A493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86488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Operational Insights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provides insights related to hotel operations.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visualizations include: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Stay Duration Distribution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Weekday vs Weekend Revenue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Impact of Special Requests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Occupancy by Month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Top Countries by Bookings (Map Visualization)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 hotels improve operational planning and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resource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249" y="1940766"/>
            <a:ext cx="5204751" cy="416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9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5FCE-097C-D56A-1A72-6A6A5FA47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22310"/>
            <a:ext cx="9603275" cy="63144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070F9-A6D3-369B-4EB2-635DBB96B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revealed several important insights: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agents contribute a large portion of bookings.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cancellation rate is relatively high.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guests are new customers rather than repeat customers.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trends significantly impact hotel revenue.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room types generate higher revenue compared to others.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 hotels improve marketing, pricing, and operational strategies.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6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5A29-E1E6-4631-1723-01C7AE654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6327"/>
            <a:ext cx="9603275" cy="68742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57FA6-BDE7-4236-B5ED-1229672A3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1087"/>
            <a:ext cx="9603275" cy="421711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visualization can transform hotel booking data into valuable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interactive dashboards, the analysis provides a clear understanding of: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Revenue performance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Customer booking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Pricing strategies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Operational insights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 hotel management make better strategic decisions and improve overall business performance.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50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91</TotalTime>
  <Words>892</Words>
  <Application>Microsoft Office PowerPoint</Application>
  <PresentationFormat>Widescreen</PresentationFormat>
  <Paragraphs>132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Times New Roman</vt:lpstr>
      <vt:lpstr>Gallery</vt:lpstr>
      <vt:lpstr>Hotel Revenue Analysis</vt:lpstr>
      <vt:lpstr>Introduction</vt:lpstr>
      <vt:lpstr>Problem Statement</vt:lpstr>
      <vt:lpstr>Project Objectives</vt:lpstr>
      <vt:lpstr>Dataset Description</vt:lpstr>
      <vt:lpstr>Data Preprocessing</vt:lpstr>
      <vt:lpstr>Data Modeling</vt:lpstr>
      <vt:lpstr>Tools and Technologies</vt:lpstr>
      <vt:lpstr>Dashboard Architecture</vt:lpstr>
      <vt:lpstr>Dashboard 1: Executive Overview</vt:lpstr>
      <vt:lpstr>Dashboard 2: Booking Behavior Analysis</vt:lpstr>
      <vt:lpstr>Dashboard 3: Revenue &amp; Pricing Analysis</vt:lpstr>
      <vt:lpstr>Dashboard 4: Operational Insights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Revenue Analysis Dashboard</dc:title>
  <dc:creator>Rethiga C</dc:creator>
  <cp:lastModifiedBy>KARAN BOKARE</cp:lastModifiedBy>
  <cp:revision>7</cp:revision>
  <dcterms:created xsi:type="dcterms:W3CDTF">2026-03-07T14:04:01Z</dcterms:created>
  <dcterms:modified xsi:type="dcterms:W3CDTF">2026-03-09T14:39:35Z</dcterms:modified>
</cp:coreProperties>
</file>